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2" r:id="rId5"/>
    <p:sldId id="292" r:id="rId6"/>
    <p:sldId id="283" r:id="rId7"/>
    <p:sldId id="293" r:id="rId8"/>
    <p:sldId id="291" r:id="rId9"/>
    <p:sldId id="297" r:id="rId10"/>
    <p:sldId id="285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1" autoAdjust="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9/22/2026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Enter your caption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A90A43-BEC4-4B20-96E2-797B03FB82F2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A2C2023-6C37-4611-ACAF-5F2060202836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06C51E8-C5C0-4672-B456-F44C69B074D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DE9AE8C-7574-4D45-B521-6B18054DA7C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F240172-5930-4717-A0CD-A151075277D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B4A83CE-8643-4697-94A9-C9F587F46E2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0A765A5-BBCE-405E-A4B3-80A660118E8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83656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12B8F0DB-CC25-4CE9-A68E-CAA2FD986AF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A058973-2DC9-4087-9D57-F1D779F56CC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641062D-3CD4-49D1-A621-331E2933340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F2C1E7C-A088-4772-84B3-15309BEADF7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A52278A-6924-4F97-A196-AE30D3DACB7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3129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8663BD7B-5136-47ED-BE0A-C6C2F5622BD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ABA22C7-C35B-4EC0-B7CE-54F9EEFCB71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DAE4BC9-9CFF-4522-8216-651498F7A16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E822AA0-FB3E-4051-AA1F-F51204BA02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3445288A-D169-4374-BCFD-917DD04B2B1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CD5709C-84DE-45F3-AE9B-8B6FD7134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886" y="1511250"/>
            <a:ext cx="5460114" cy="4665713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6BB18B1-3B7F-4B18-A1C5-BB7DA443C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816" y="1511250"/>
            <a:ext cx="5460114" cy="4665713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419BDFB-8FC0-4B89-A29A-8EAC95E9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511250"/>
            <a:ext cx="54849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E6C2CC0-9AB0-46E9-977A-EF923DCE7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334" y="1518287"/>
            <a:ext cx="54206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8DF954C-A51E-4242-B83E-A826008F5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9334" y="2486989"/>
            <a:ext cx="5432666" cy="3702674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0E416E-6162-484A-BA4D-640FA830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2486989"/>
            <a:ext cx="5491215" cy="3702674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41602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8B59DDF-F2BC-491E-92E0-9D2C1398E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31999"/>
            <a:ext cx="6544468" cy="55138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11229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110E46C-B434-49FA-AA0E-D64E5786D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31999"/>
            <a:ext cx="6544468" cy="5513889"/>
          </a:xfrm>
          <a:prstGeom prst="roundRect">
            <a:avLst>
              <a:gd name="adj" fmla="val 5554"/>
            </a:avLst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184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59134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3B1662-8902-44D0-A545-5008B483D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8017" y="2169005"/>
            <a:ext cx="9035966" cy="2519990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87573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6" r:id="rId11"/>
    <p:sldLayoutId id="2147483657" r:id="rId12"/>
    <p:sldLayoutId id="2147483667" r:id="rId13"/>
    <p:sldLayoutId id="2147483668" r:id="rId14"/>
    <p:sldLayoutId id="2147483650" r:id="rId15"/>
    <p:sldLayoutId id="2147483652" r:id="rId16"/>
    <p:sldLayoutId id="2147483669" r:id="rId17"/>
    <p:sldLayoutId id="2147483671" r:id="rId18"/>
    <p:sldLayoutId id="2147483672" r:id="rId19"/>
    <p:sldLayoutId id="2147483670" r:id="rId20"/>
    <p:sldLayoutId id="2147483673" r:id="rId21"/>
    <p:sldLayoutId id="214748365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pr_pos_overflow.ph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Slide image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4502"/>
            <a:ext cx="10655455" cy="6858000"/>
          </a:xfr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2" y="962568"/>
            <a:ext cx="1481849" cy="4123238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943" y="118885"/>
            <a:ext cx="4589454" cy="4252818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r>
              <a:rPr lang="en-US" i="1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ASSIGNMENT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796" y="1158240"/>
            <a:ext cx="4242889" cy="2873828"/>
          </a:xfrm>
        </p:spPr>
        <p:txBody>
          <a:bodyPr/>
          <a:lstStyle/>
          <a:p>
            <a:r>
              <a:rPr lang="en-US" b="1" dirty="0" smtClean="0">
                <a:solidFill>
                  <a:srgbClr val="F6D6DB"/>
                </a:solidFill>
              </a:rPr>
              <a:t>NAME</a:t>
            </a: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: SHOBAIKA TARIQ</a:t>
            </a:r>
          </a:p>
          <a:p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COURSE : MODREN WEB AND APP       </a:t>
            </a:r>
          </a:p>
          <a:p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                DEVELOPMENT </a:t>
            </a:r>
          </a:p>
          <a:p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TOPIC : CSS PROPERTY</a:t>
            </a:r>
          </a:p>
          <a:p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SUBMITTED TO : SHOBAIKA </a:t>
            </a:r>
          </a:p>
          <a:p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SUBMITTED BY : MISS HAFSA NADEEM</a:t>
            </a: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966003" y="4401361"/>
            <a:ext cx="476249" cy="67573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Divider slide image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/>
          <a:lstStyle/>
          <a:p>
            <a:r>
              <a:rPr lang="en-US" dirty="0" smtClean="0"/>
              <a:t>CSS  Z-INDEX</a:t>
            </a:r>
            <a:br>
              <a:rPr lang="en-US" dirty="0" smtClean="0"/>
            </a:br>
            <a:r>
              <a:rPr lang="en-US" dirty="0" smtClean="0"/>
              <a:t>PROPERTY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084320"/>
            <a:ext cx="4000500" cy="1300479"/>
          </a:xfrm>
        </p:spPr>
        <p:txBody>
          <a:bodyPr/>
          <a:lstStyle/>
          <a:p>
            <a:r>
              <a:rPr lang="en-US" dirty="0" smtClean="0"/>
              <a:t> The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z-index</a:t>
            </a:r>
            <a:r>
              <a:rPr lang="en-US" dirty="0" smtClean="0"/>
              <a:t> property specifies the stack order of positioned element.</a:t>
            </a:r>
            <a:endParaRPr lang="en-US" dirty="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5" descr="Hollow accent block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00297"/>
            <a:ext cx="4575429" cy="1271452"/>
          </a:xfrm>
        </p:spPr>
        <p:txBody>
          <a:bodyPr/>
          <a:lstStyle/>
          <a:p>
            <a:r>
              <a:rPr lang="en-US" sz="3600" b="1" dirty="0" smtClean="0"/>
              <a:t>THE CSS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Z-INDEX</a:t>
            </a:r>
            <a:r>
              <a:rPr lang="en-US" sz="3600" b="1" dirty="0" smtClean="0"/>
              <a:t> PROPERTY </a:t>
            </a:r>
            <a:endParaRPr lang="en-US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524000"/>
            <a:ext cx="5472000" cy="1447800"/>
          </a:xfrm>
        </p:spPr>
        <p:txBody>
          <a:bodyPr/>
          <a:lstStyle/>
          <a:p>
            <a:r>
              <a:rPr lang="en-US" dirty="0" smtClean="0"/>
              <a:t> The z-index property in CSS specifies the stacking order of overlapping elements along the imaginary z-axis (perpendicular to the screen). An element with a higher z-index value will always render in front of an element with a lower value.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3544388"/>
            <a:ext cx="5472000" cy="261161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/>
              <a:t>Important of z-index property </a:t>
            </a:r>
          </a:p>
          <a:p>
            <a:r>
              <a:rPr lang="en-US" dirty="0" smtClean="0"/>
              <a:t>The </a:t>
            </a:r>
            <a:r>
              <a:rPr lang="en-US" dirty="0"/>
              <a:t>stack order defines which element should be placed in front or behind other elements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When </a:t>
            </a:r>
            <a:r>
              <a:rPr lang="en-US" dirty="0"/>
              <a:t>elements are positioned, they can overlap other elements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2FD3342-E198-5348-9EE9-579E8FFF9D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1143000"/>
            <a:ext cx="4757009" cy="4646911"/>
          </a:xfr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68430" y="421948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Picture placeholder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795125" cy="6858000"/>
          </a:xfr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0952" y="1842635"/>
            <a:ext cx="4459766" cy="3146839"/>
          </a:xfrm>
        </p:spPr>
        <p:txBody>
          <a:bodyPr/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CSS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overflow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Property</a:t>
            </a:r>
            <a:b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8456" y="2629989"/>
            <a:ext cx="4000500" cy="5364479"/>
          </a:xfrm>
        </p:spPr>
        <p:txBody>
          <a:bodyPr/>
          <a:lstStyle/>
          <a:p>
            <a:endParaRPr lang="en-US" sz="3200" dirty="0" smtClean="0"/>
          </a:p>
          <a:p>
            <a:r>
              <a:rPr lang="en-US" sz="1800" dirty="0" smtClean="0"/>
              <a:t>The CSS </a:t>
            </a:r>
            <a:r>
              <a:rPr lang="en-US" sz="2400" u="sng" dirty="0" smtClean="0"/>
              <a:t>overflow</a:t>
            </a:r>
            <a:r>
              <a:rPr lang="en-US" sz="3200" dirty="0" smtClean="0"/>
              <a:t> </a:t>
            </a:r>
            <a:r>
              <a:rPr lang="en-US" sz="1800" dirty="0" smtClean="0"/>
              <a:t>property controls what happens to content that is too big to fit into an area.</a:t>
            </a:r>
          </a:p>
          <a:p>
            <a:r>
              <a:rPr lang="en-US" sz="1800" dirty="0" smtClean="0"/>
              <a:t>It specifies whether to clip the content or to add scrollbars when the content of an element is too big.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87383" y="635725"/>
            <a:ext cx="5616418" cy="24122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Visible – Default. The overflow is not clipped. The content renders outside the element’s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Hidden – The overflow is clipped, and the rest of the content is hidden.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Scroll -  Scrollbars are added. User must scroll to see all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Auto - similar to scroll, but adds scrollbars only when necessary.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3393830"/>
            <a:ext cx="5472000" cy="2762169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CSS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overflow</a:t>
            </a:r>
            <a:r>
              <a:rPr lang="en-US" sz="3200" b="1" dirty="0"/>
              <a:t>: </a:t>
            </a:r>
            <a:r>
              <a:rPr lang="en-US" sz="3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visible</a:t>
            </a:r>
          </a:p>
          <a:p>
            <a:pPr marL="0" indent="0">
              <a:buNone/>
            </a:pPr>
            <a:r>
              <a:rPr lang="en-US" sz="2800" dirty="0" smtClean="0"/>
              <a:t>By default, the overflow is visible, meaning that it is not clipped and it renders outside the element’s box.</a:t>
            </a: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6CDA85C-88C0-6444-B1E8-D661956A20E8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831" y="432000"/>
            <a:ext cx="3798277" cy="5760000"/>
          </a:xfrm>
        </p:spPr>
      </p:pic>
      <p:sp>
        <p:nvSpPr>
          <p:cNvPr id="66" name="Freeform 5">
            <a:extLst>
              <a:ext uri="{FF2B5EF4-FFF2-40B4-BE49-F238E27FC236}">
                <a16:creationId xmlns:a16="http://schemas.microsoft.com/office/drawing/2014/main" id="{3EEE5409-3F6C-485D-B4C2-5247917F10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363366" y="497489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Freeform 5">
            <a:extLst>
              <a:ext uri="{FF2B5EF4-FFF2-40B4-BE49-F238E27FC236}">
                <a16:creationId xmlns:a16="http://schemas.microsoft.com/office/drawing/2014/main" id="{0D74D4D5-6A4C-4248-8A92-B8CA1C918E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524665" y="473461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9337" y="146313"/>
            <a:ext cx="57823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3"/>
              </a:rPr>
              <a:t>overflow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property has the following values: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070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86862" y="773723"/>
            <a:ext cx="4097215" cy="844061"/>
          </a:xfrm>
        </p:spPr>
        <p:txBody>
          <a:bodyPr/>
          <a:lstStyle/>
          <a:p>
            <a:r>
              <a:rPr lang="en-US" dirty="0" smtClean="0"/>
              <a:t>With the hidden value, the overflow is clipped, and the rest of the content is hidden. </a:t>
            </a:r>
            <a:endParaRPr lang="en-US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277" y="2690446"/>
            <a:ext cx="5363308" cy="2391508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CSS overflow</a:t>
            </a:r>
            <a:r>
              <a:rPr lang="en-US" sz="4000" b="1" dirty="0"/>
              <a:t>: </a:t>
            </a:r>
            <a:r>
              <a:rPr lang="en-US" sz="4000" b="1" u="sng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4000" b="1" u="sng" dirty="0" smtClean="0">
                <a:solidFill>
                  <a:schemeClr val="accent1">
                    <a:lumMod val="75000"/>
                  </a:schemeClr>
                </a:solidFill>
              </a:rPr>
              <a:t>croll</a:t>
            </a:r>
            <a:endParaRPr lang="en-US" sz="40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With the scroll value, horizontal and vertical scrollbars are always added. User must scroll to see all content.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CSS overflow</a:t>
            </a:r>
            <a:r>
              <a:rPr lang="en-US" sz="4000" b="1" dirty="0"/>
              <a:t>: </a:t>
            </a:r>
            <a:r>
              <a:rPr lang="en-US" sz="4000" b="1" u="sng" dirty="0" smtClean="0">
                <a:solidFill>
                  <a:schemeClr val="accent1">
                    <a:lumMod val="75000"/>
                  </a:schemeClr>
                </a:solidFill>
              </a:rPr>
              <a:t>Auto</a:t>
            </a:r>
            <a:r>
              <a:rPr lang="en-US" sz="40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sz="4000" b="1" u="sng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The auto value is similar to scroll, but it adds scrollbars only when necessary.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91323" y="158262"/>
            <a:ext cx="4386185" cy="597876"/>
          </a:xfrm>
        </p:spPr>
        <p:txBody>
          <a:bodyPr/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CSS overflow</a:t>
            </a:r>
            <a:r>
              <a:rPr lang="en-US" sz="3600" b="1" dirty="0"/>
              <a:t>: </a:t>
            </a:r>
            <a:r>
              <a:rPr lang="en-US" sz="3600" b="1" u="sng" dirty="0">
                <a:solidFill>
                  <a:schemeClr val="accent1">
                    <a:lumMod val="75000"/>
                  </a:schemeClr>
                </a:solidFill>
              </a:rPr>
              <a:t>hidden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995" y="-17417"/>
            <a:ext cx="2617504" cy="247323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620" y="2690949"/>
            <a:ext cx="2467319" cy="17591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750" y="4685212"/>
            <a:ext cx="2524477" cy="17922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9385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B15BC12-29C3-3D4B-805A-8A860D70CA6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37" y="0"/>
            <a:ext cx="9936480" cy="619125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888866-542D-43D4-BFE1-045D363519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1" y="4813138"/>
            <a:ext cx="691517" cy="1026777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67AA2A8-C66E-4F4C-A6E7-E7ABCE7E9E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63958" y="5610101"/>
            <a:ext cx="225306" cy="20104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8744987-7958-44D9-AE6F-009CA4C08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86" y="5066452"/>
            <a:ext cx="5675313" cy="539345"/>
          </a:xfrm>
        </p:spPr>
        <p:txBody>
          <a:bodyPr/>
          <a:lstStyle/>
          <a:p>
            <a:r>
              <a:rPr lang="en-US" dirty="0" smtClean="0"/>
              <a:t>Css overflow property. </a:t>
            </a:r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BF5B12D-6F10-4377-9094-B3E79ECB1B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463958" y="4860371"/>
            <a:ext cx="225306" cy="20104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Image placeholder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2200275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59065" y="5556894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3DBE4D9-1044-49A3-ABD5-477041FF2B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Geometric presentation_AAS_v3" id="{5F394A36-244E-477B-9B00-631A6705923C}" vid="{7FC6DB14-D4FF-4031-8ADB-F8536C0C40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930687-51F2-44C8-9CE6-D1B3D6E175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61FE8A-8F15-409F-AF62-619C69C0D53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9AE7CBC-C35C-4FA9-B339-59E31F30C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0</TotalTime>
  <Words>339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Corbel</vt:lpstr>
      <vt:lpstr>Segoe UI</vt:lpstr>
      <vt:lpstr>Times New Roman</vt:lpstr>
      <vt:lpstr>Office Theme</vt:lpstr>
      <vt:lpstr>ASSIGNMENT </vt:lpstr>
      <vt:lpstr>CSS  Z-INDEX PROPERTY</vt:lpstr>
      <vt:lpstr>THE CSS Z-INDEX PROPERTY </vt:lpstr>
      <vt:lpstr>CSS The overflow Property  </vt:lpstr>
      <vt:lpstr>The overflow property has the following values: </vt:lpstr>
      <vt:lpstr>CSS overflow: hidden</vt:lpstr>
      <vt:lpstr>Css overflow property.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2026-09-22T06:36:49Z</dcterms:created>
  <dcterms:modified xsi:type="dcterms:W3CDTF">2026-09-22T16:16:06Z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